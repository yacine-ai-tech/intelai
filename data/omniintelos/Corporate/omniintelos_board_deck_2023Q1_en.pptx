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OmniIntelOS - Board Review Q1 2023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Cybersecurity breach and containment  |  Enterprise health 30.1/100 (Critical)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credential-stuffing intrusion (13-14 Feb 2023) reaches a staging estate holding customer telemetry. Containment forces multi-day degradation; the churn and revenue consequences land over the next two quarters.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(quarter): USD 1.99M</a:t>
            </a:r>
          </a:p>
          <a:p>
            <a:r>
              <a:t>Exit ARR: USD 5.89M</a:t>
            </a:r>
          </a:p>
          <a:p>
            <a:r>
              <a:t>Gross margin: 50.6%</a:t>
            </a:r>
          </a:p>
          <a:p>
            <a:r>
              <a:t>NRR: 97.5%</a:t>
            </a:r>
          </a:p>
          <a:p>
            <a:r>
              <a:t>Rule of 40: 45.8%</a:t>
            </a:r>
          </a:p>
          <a:p>
            <a:r>
              <a:t>Uptime: 98.132%</a:t>
            </a:r>
          </a:p>
          <a:p>
            <a:r>
              <a:t>Headcount: 101</a:t>
            </a:r>
          </a:p>
          <a:p>
            <a:r>
              <a:t>Cash runway: 36.0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Matters for the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health at 30.1 (Critical) - escalation required</a:t>
            </a:r>
          </a:p>
          <a:p>
            <a:r>
              <a:t>Security remediation programme funding</a:t>
            </a:r>
          </a:p>
          <a:p>
            <a:r>
              <a:t>Customer retention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