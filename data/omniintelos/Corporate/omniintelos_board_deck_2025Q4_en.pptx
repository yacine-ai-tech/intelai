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OmniIntelOS - Board Review Q4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Generative-AI demand surge  |  Enterprise health 88.9/100 (Strong)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Bilingual FR/EN document-intelligence and sovereign GPU capacity meet a regional surge in AI mandates; expansion revenue drives NRR well above target.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(quarter): USD 7.94M</a:t>
            </a:r>
          </a:p>
          <a:p>
            <a:r>
              <a:t>Exit ARR: USD 23.03M</a:t>
            </a:r>
          </a:p>
          <a:p>
            <a:r>
              <a:t>Gross margin: 72.9%</a:t>
            </a:r>
          </a:p>
          <a:p>
            <a:r>
              <a:t>NRR: 101.9%</a:t>
            </a:r>
          </a:p>
          <a:p>
            <a:r>
              <a:t>Rule of 40: 89.6%</a:t>
            </a:r>
          </a:p>
          <a:p>
            <a:r>
              <a:t>Uptime: 99.995%</a:t>
            </a:r>
          </a:p>
          <a:p>
            <a:r>
              <a:t>Headcount: 334</a:t>
            </a:r>
          </a:p>
          <a:p>
            <a:r>
              <a:t>Cash runway: 36.0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Matters for the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Growth and margin both on target</a:t>
            </a:r>
          </a:p>
          <a:p>
            <a:r>
              <a:t>Capacity planning for continued demand</a:t>
            </a:r>
          </a:p>
          <a:p>
            <a:r>
              <a:t>ESG certification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